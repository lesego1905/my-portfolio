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PORTFOLIO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400" b="1" dirty="0">
                <a:solidFill>
                  <a:srgbClr val="FA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Lesego</a:t>
            </a:r>
            <a:endParaRPr lang="en-US" sz="5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400" b="1" dirty="0">
                <a:solidFill>
                  <a:srgbClr val="FA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Khaola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640080" y="3246120"/>
            <a:ext cx="82296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429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Assistant &amp; Community Volunteer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Westonaria, Gauteng, South Africa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 am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an enthusiastic, self-motivated, reliable, responsible and hard-working person. I am a mature team worker and adaptable to all challenging situations. I can work well both in a team environment as well as using my own initiative — under pressure, with attention to detail and to strict deadlines.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23560" y="1463040"/>
            <a:ext cx="29718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23560" y="1463040"/>
            <a:ext cx="64008" cy="84124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5870448" y="1581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70448" y="1828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Simunye Ext 4, Westonaria 1779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23560" y="2487168"/>
            <a:ext cx="29718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0" y="2487168"/>
            <a:ext cx="64008" cy="84124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5870448" y="26060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70448" y="28529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Setswana (home), English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0" y="3511296"/>
            <a:ext cx="29718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23560" y="3511296"/>
            <a:ext cx="64008" cy="84124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36301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70448" y="387705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assistant &amp; admin roles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EXPERTISE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457200" cy="45720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96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46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17320" y="211226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respectful conversation with learners, parents and staff.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65192" y="1764792"/>
            <a:ext cx="457200" cy="45720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18196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746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577840" y="211226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groups of learners and volunteers through daily routines.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364992"/>
            <a:ext cx="457200" cy="45720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198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346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solving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417320" y="371246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solutions when plans or resources change.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65192" y="3364992"/>
            <a:ext cx="457200" cy="45720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21" name="Text 19"/>
          <p:cNvSpPr/>
          <p:nvPr/>
        </p:nvSpPr>
        <p:spPr>
          <a:xfrm>
            <a:off x="4965192" y="34198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3346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577840" y="371246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reports, records and correspondence.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EXPERTISE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(continued)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64792"/>
            <a:ext cx="457200" cy="45720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96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46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Adaptability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17320" y="211226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across classroom, admin and community 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65192" y="1764792"/>
            <a:ext cx="457200" cy="45720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1" name="Text 9"/>
          <p:cNvSpPr/>
          <p:nvPr/>
        </p:nvSpPr>
        <p:spPr>
          <a:xfrm>
            <a:off x="4965192" y="18196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746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literacy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577840" y="211226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digital admin, typing, records and documents.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364992"/>
            <a:ext cx="457200" cy="45720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198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346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to detail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417320" y="371246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grading, register keeping and record accuracy.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65192" y="3364992"/>
            <a:ext cx="457200" cy="457200"/>
          </a:xfrm>
          <a:prstGeom prst="ellipse">
            <a:avLst/>
          </a:prstGeom>
          <a:solidFill>
            <a:srgbClr val="E7E8D1"/>
          </a:solidFill>
          <a:ln/>
        </p:spPr>
      </p:sp>
      <p:sp>
        <p:nvSpPr>
          <p:cNvPr id="21" name="Text 19"/>
          <p:cNvSpPr/>
          <p:nvPr/>
        </p:nvSpPr>
        <p:spPr>
          <a:xfrm>
            <a:off x="4965192" y="34198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3346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management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577840" y="371246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E6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strict deadlines across several responsibilities.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EDUCATION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Qualifications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1234440"/>
          </a:xfrm>
          <a:prstGeom prst="rect">
            <a:avLst/>
          </a:prstGeom>
          <a:solidFill>
            <a:srgbClr val="3A2E2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27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2019 — Dec 2023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8836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Senior Certificate (Grade 12)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Kgothalang Senior Secondary School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45720" cy="34747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73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First Additional Language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3246120"/>
            <a:ext cx="45720" cy="34747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3273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Setswana Home Language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45720" cy="34747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764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Orientation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3749040"/>
            <a:ext cx="45720" cy="34747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7764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45720" cy="34747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79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4251960"/>
            <a:ext cx="45720" cy="347472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4279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CERTIFICATION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3258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Educator Assistant Programme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766560" y="17739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214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Education Employment Initiative — Ipeleng Primary School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414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 full placement cycle in classroom support and administration.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8046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154680"/>
            <a:ext cx="73152" cy="13258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3756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Volunteer Service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766560" y="33741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721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F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His Presence Gospel Ministry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014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service in outreach, fundraising and youth support.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Educator Assistant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76072" y="1600200"/>
            <a:ext cx="27432" cy="265176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27632"/>
            <a:ext cx="274320" cy="2743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627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2025 — NOV 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9019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Ipeleng Primary School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97280" y="2615184"/>
            <a:ext cx="118872" cy="11887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514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management and daily learner support.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3182112"/>
            <a:ext cx="118872" cy="11887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0815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administrative duties including grading and records.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3749040"/>
            <a:ext cx="118872" cy="11887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484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extra help for students with special needs.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2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COMMUNITY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Voluntary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86200" cy="1024128"/>
          </a:xfrm>
          <a:prstGeom prst="rect">
            <a:avLst/>
          </a:prstGeom>
          <a:solidFill>
            <a:srgbClr val="4A3B3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4864" cy="1024128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outreach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208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Door-to-door support and care for families.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3886200" cy="1024128"/>
          </a:xfrm>
          <a:prstGeom prst="rect">
            <a:avLst/>
          </a:prstGeom>
          <a:solidFill>
            <a:srgbClr val="4A3B34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508760"/>
            <a:ext cx="54864" cy="1024128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6733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Church fundraising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20208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Organising and running fundraising events.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886200" cy="1024128"/>
          </a:xfrm>
          <a:prstGeom prst="rect">
            <a:avLst/>
          </a:prstGeom>
          <a:solidFill>
            <a:srgbClr val="4A3B3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43200"/>
            <a:ext cx="54864" cy="1024128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077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supervision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2552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learners complete daily homework.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3886200" cy="1024128"/>
          </a:xfrm>
          <a:prstGeom prst="rect">
            <a:avLst/>
          </a:prstGeom>
          <a:solidFill>
            <a:srgbClr val="4A3B34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2743200"/>
            <a:ext cx="54864" cy="1024128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9077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Church upkeep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32552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cleaning and preparation of the building.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community gym instructor — leading fitness sessions and encouraging healthy habits.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SELECTED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2560320" cy="1325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97180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After-School Homework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808" y="367588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completed on time, with extra help.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5087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508760"/>
            <a:ext cx="2560320" cy="1325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93008" y="297180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Church Fundraising Drive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93008" y="367588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and running fundraising events for church programmes.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5087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35040" y="1508760"/>
            <a:ext cx="2560320" cy="1325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36208" y="297180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Fitness Sessions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236208" y="3675888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group exercise and encouraging healthy habits.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A2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CONTACT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8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work together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03120" y="149961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lesegokhaola@gmail.com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8046720" cy="9144"/>
          </a:xfrm>
          <a:prstGeom prst="rect">
            <a:avLst/>
          </a:prstGeom>
          <a:solidFill>
            <a:srgbClr val="4A3B3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23225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072 993 6604  ·  073 659 2311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8046720" cy="9144"/>
          </a:xfrm>
          <a:prstGeom prst="rect">
            <a:avLst/>
          </a:prstGeom>
          <a:solidFill>
            <a:srgbClr val="4A3B3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314553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A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Simunye Ext 4, Westonaria 1779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8046720" cy="9144"/>
          </a:xfrm>
          <a:prstGeom prst="rect">
            <a:avLst/>
          </a:prstGeom>
          <a:solidFill>
            <a:srgbClr val="4A3B3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from Ipeleng Primary School and In His Presence Gospel Ministry available on request.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Lesego Khaola — Professional Portfolio</dc:title>
  <dc:subject>PptxGenJS Presentation</dc:subject>
  <dc:creator>Lesego Khaola</dc:creator>
  <cp:lastModifiedBy>Lesego Khaola</cp:lastModifiedBy>
  <cp:revision>1</cp:revision>
  <dcterms:created xsi:type="dcterms:W3CDTF">2026-08-26T09:25:12Z</dcterms:created>
  <dcterms:modified xsi:type="dcterms:W3CDTF">2026-08-26T09:25:12Z</dcterms:modified>
</cp:coreProperties>
</file>